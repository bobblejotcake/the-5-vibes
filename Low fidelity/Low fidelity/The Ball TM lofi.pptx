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7560000" cx="106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14fac67e_0_0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14fac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14fac67e_0_12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14fac67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14fac67e_0_24:notes"/>
          <p:cNvSpPr/>
          <p:nvPr>
            <p:ph idx="2" type="sldImg"/>
          </p:nvPr>
        </p:nvSpPr>
        <p:spPr>
          <a:xfrm>
            <a:off x="1004507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14fac6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1510b2cd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1510b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5333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525" y="605025"/>
            <a:ext cx="9516949" cy="37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10834"/>
          <a:stretch/>
        </p:blipFill>
        <p:spPr>
          <a:xfrm>
            <a:off x="1299550" y="4623175"/>
            <a:ext cx="7826325" cy="22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5473" r="0" t="0"/>
          <a:stretch/>
        </p:blipFill>
        <p:spPr>
          <a:xfrm>
            <a:off x="734912" y="3076025"/>
            <a:ext cx="6223276" cy="438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8931" y="734512"/>
            <a:ext cx="5437384" cy="26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761917" y="3290184"/>
            <a:ext cx="48792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Excalidraw link</a:t>
            </a:r>
            <a:endParaRPr sz="22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https://excalidraw.com/#json=yRm-ePun_F0rPcbte6ISW,0mxkkzUltBUaBDYzDqlSGA</a:t>
            </a:r>
            <a:endParaRPr sz="228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19225" y="2630825"/>
            <a:ext cx="15882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85">
              <a:solidFill>
                <a:schemeClr val="dk2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12" y="1381325"/>
            <a:ext cx="10198175" cy="47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