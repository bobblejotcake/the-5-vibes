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7560000" cx="106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381">
          <p15:clr>
            <a:srgbClr val="747775"/>
          </p15:clr>
        </p15:guide>
        <p15:guide id="2" pos="336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381" orient="horz"/>
        <p:guide pos="336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a55abcd87_0_0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fa55abcd8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fa55abcd87_0_5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fa55abcd8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fa55abcd87_0_14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fa55abcd8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a55abcd87_0_20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a55abcd8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fa55abcd87_0_27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fa55abcd87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64478" y="1094388"/>
            <a:ext cx="9963000" cy="3016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601"/>
              <a:buNone/>
              <a:defRPr sz="6601"/>
            </a:lvl1pPr>
            <a:lvl2pPr lvl="1" algn="ctr">
              <a:spcBef>
                <a:spcPts val="0"/>
              </a:spcBef>
              <a:spcAft>
                <a:spcPts val="0"/>
              </a:spcAft>
              <a:buSzPts val="6601"/>
              <a:buNone/>
              <a:defRPr sz="6601"/>
            </a:lvl2pPr>
            <a:lvl3pPr lvl="2" algn="ctr">
              <a:spcBef>
                <a:spcPts val="0"/>
              </a:spcBef>
              <a:spcAft>
                <a:spcPts val="0"/>
              </a:spcAft>
              <a:buSzPts val="6601"/>
              <a:buNone/>
              <a:defRPr sz="6601"/>
            </a:lvl3pPr>
            <a:lvl4pPr lvl="3" algn="ctr">
              <a:spcBef>
                <a:spcPts val="0"/>
              </a:spcBef>
              <a:spcAft>
                <a:spcPts val="0"/>
              </a:spcAft>
              <a:buSzPts val="6601"/>
              <a:buNone/>
              <a:defRPr sz="6601"/>
            </a:lvl4pPr>
            <a:lvl5pPr lvl="4" algn="ctr">
              <a:spcBef>
                <a:spcPts val="0"/>
              </a:spcBef>
              <a:spcAft>
                <a:spcPts val="0"/>
              </a:spcAft>
              <a:buSzPts val="6601"/>
              <a:buNone/>
              <a:defRPr sz="6601"/>
            </a:lvl5pPr>
            <a:lvl6pPr lvl="5" algn="ctr">
              <a:spcBef>
                <a:spcPts val="0"/>
              </a:spcBef>
              <a:spcAft>
                <a:spcPts val="0"/>
              </a:spcAft>
              <a:buSzPts val="6601"/>
              <a:buNone/>
              <a:defRPr sz="6601"/>
            </a:lvl6pPr>
            <a:lvl7pPr lvl="6" algn="ctr">
              <a:spcBef>
                <a:spcPts val="0"/>
              </a:spcBef>
              <a:spcAft>
                <a:spcPts val="0"/>
              </a:spcAft>
              <a:buSzPts val="6601"/>
              <a:buNone/>
              <a:defRPr sz="6601"/>
            </a:lvl7pPr>
            <a:lvl8pPr lvl="7" algn="ctr">
              <a:spcBef>
                <a:spcPts val="0"/>
              </a:spcBef>
              <a:spcAft>
                <a:spcPts val="0"/>
              </a:spcAft>
              <a:buSzPts val="6601"/>
              <a:buNone/>
              <a:defRPr sz="6601"/>
            </a:lvl8pPr>
            <a:lvl9pPr lvl="8" algn="ctr">
              <a:spcBef>
                <a:spcPts val="0"/>
              </a:spcBef>
              <a:spcAft>
                <a:spcPts val="0"/>
              </a:spcAft>
              <a:buSzPts val="6601"/>
              <a:buNone/>
              <a:defRPr sz="6601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64468" y="4165643"/>
            <a:ext cx="9963000" cy="11649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 sz="1269"/>
            </a:lvl1pPr>
            <a:lvl2pPr lvl="1">
              <a:buNone/>
              <a:defRPr sz="1269"/>
            </a:lvl2pPr>
            <a:lvl3pPr lvl="2">
              <a:buNone/>
              <a:defRPr sz="1269"/>
            </a:lvl3pPr>
            <a:lvl4pPr lvl="3">
              <a:buNone/>
              <a:defRPr sz="1269"/>
            </a:lvl4pPr>
            <a:lvl5pPr lvl="4">
              <a:buNone/>
              <a:defRPr sz="1269"/>
            </a:lvl5pPr>
            <a:lvl6pPr lvl="5">
              <a:buNone/>
              <a:defRPr sz="1269"/>
            </a:lvl6pPr>
            <a:lvl7pPr lvl="6">
              <a:buNone/>
              <a:defRPr sz="1269"/>
            </a:lvl7pPr>
            <a:lvl8pPr lvl="7">
              <a:buNone/>
              <a:defRPr sz="1269"/>
            </a:lvl8pPr>
            <a:lvl9pPr lvl="8">
              <a:buNone/>
              <a:defRPr sz="12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64468" y="3161354"/>
            <a:ext cx="9963000" cy="12372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70"/>
              <a:buNone/>
              <a:defRPr sz="4570"/>
            </a:lvl1pPr>
            <a:lvl2pPr lvl="1" algn="ctr">
              <a:spcBef>
                <a:spcPts val="0"/>
              </a:spcBef>
              <a:spcAft>
                <a:spcPts val="0"/>
              </a:spcAft>
              <a:buSzPts val="4570"/>
              <a:buNone/>
              <a:defRPr sz="4570"/>
            </a:lvl2pPr>
            <a:lvl3pPr lvl="2" algn="ctr">
              <a:spcBef>
                <a:spcPts val="0"/>
              </a:spcBef>
              <a:spcAft>
                <a:spcPts val="0"/>
              </a:spcAft>
              <a:buSzPts val="4570"/>
              <a:buNone/>
              <a:defRPr sz="4570"/>
            </a:lvl3pPr>
            <a:lvl4pPr lvl="3" algn="ctr">
              <a:spcBef>
                <a:spcPts val="0"/>
              </a:spcBef>
              <a:spcAft>
                <a:spcPts val="0"/>
              </a:spcAft>
              <a:buSzPts val="4570"/>
              <a:buNone/>
              <a:defRPr sz="4570"/>
            </a:lvl4pPr>
            <a:lvl5pPr lvl="4" algn="ctr">
              <a:spcBef>
                <a:spcPts val="0"/>
              </a:spcBef>
              <a:spcAft>
                <a:spcPts val="0"/>
              </a:spcAft>
              <a:buSzPts val="4570"/>
              <a:buNone/>
              <a:defRPr sz="4570"/>
            </a:lvl5pPr>
            <a:lvl6pPr lvl="5" algn="ctr">
              <a:spcBef>
                <a:spcPts val="0"/>
              </a:spcBef>
              <a:spcAft>
                <a:spcPts val="0"/>
              </a:spcAft>
              <a:buSzPts val="4570"/>
              <a:buNone/>
              <a:defRPr sz="4570"/>
            </a:lvl6pPr>
            <a:lvl7pPr lvl="6" algn="ctr">
              <a:spcBef>
                <a:spcPts val="0"/>
              </a:spcBef>
              <a:spcAft>
                <a:spcPts val="0"/>
              </a:spcAft>
              <a:buSzPts val="4570"/>
              <a:buNone/>
              <a:defRPr sz="4570"/>
            </a:lvl7pPr>
            <a:lvl8pPr lvl="7" algn="ctr">
              <a:spcBef>
                <a:spcPts val="0"/>
              </a:spcBef>
              <a:spcAft>
                <a:spcPts val="0"/>
              </a:spcAft>
              <a:buSzPts val="4570"/>
              <a:buNone/>
              <a:defRPr sz="4570"/>
            </a:lvl8pPr>
            <a:lvl9pPr lvl="8" algn="ctr">
              <a:spcBef>
                <a:spcPts val="0"/>
              </a:spcBef>
              <a:spcAft>
                <a:spcPts val="0"/>
              </a:spcAft>
              <a:buSzPts val="4570"/>
              <a:buNone/>
              <a:defRPr sz="457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 sz="1269"/>
            </a:lvl1pPr>
            <a:lvl2pPr lvl="1">
              <a:buNone/>
              <a:defRPr sz="1269"/>
            </a:lvl2pPr>
            <a:lvl3pPr lvl="2">
              <a:buNone/>
              <a:defRPr sz="1269"/>
            </a:lvl3pPr>
            <a:lvl4pPr lvl="3">
              <a:buNone/>
              <a:defRPr sz="1269"/>
            </a:lvl4pPr>
            <a:lvl5pPr lvl="4">
              <a:buNone/>
              <a:defRPr sz="1269"/>
            </a:lvl5pPr>
            <a:lvl6pPr lvl="5">
              <a:buNone/>
              <a:defRPr sz="1269"/>
            </a:lvl6pPr>
            <a:lvl7pPr lvl="6">
              <a:buNone/>
              <a:defRPr sz="1269"/>
            </a:lvl7pPr>
            <a:lvl8pPr lvl="7">
              <a:buNone/>
              <a:defRPr sz="1269"/>
            </a:lvl8pPr>
            <a:lvl9pPr lvl="8">
              <a:buNone/>
              <a:defRPr sz="12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1pPr>
            <a:lvl2pPr lvl="1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2pPr>
            <a:lvl3pPr lvl="2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3pPr>
            <a:lvl4pPr lvl="3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4pPr>
            <a:lvl5pPr lvl="4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5pPr>
            <a:lvl6pPr lvl="5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6pPr>
            <a:lvl7pPr lvl="6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7pPr>
            <a:lvl8pPr lvl="7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8pPr>
            <a:lvl9pPr lvl="8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64468" y="1693927"/>
            <a:ext cx="9963000" cy="50214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73700" lvl="0" marL="457200">
              <a:spcBef>
                <a:spcPts val="0"/>
              </a:spcBef>
              <a:spcAft>
                <a:spcPts val="0"/>
              </a:spcAft>
              <a:buSzPts val="2285"/>
              <a:buChar char="●"/>
              <a:defRPr sz="2285"/>
            </a:lvl1pPr>
            <a:lvl2pPr indent="-341455" lvl="1" marL="914400">
              <a:spcBef>
                <a:spcPts val="0"/>
              </a:spcBef>
              <a:spcAft>
                <a:spcPts val="0"/>
              </a:spcAft>
              <a:buSzPts val="1777"/>
              <a:buChar char="○"/>
              <a:defRPr sz="1777"/>
            </a:lvl2pPr>
            <a:lvl3pPr indent="-341455" lvl="2" marL="1371600">
              <a:spcBef>
                <a:spcPts val="0"/>
              </a:spcBef>
              <a:spcAft>
                <a:spcPts val="0"/>
              </a:spcAft>
              <a:buSzPts val="1777"/>
              <a:buChar char="■"/>
              <a:defRPr sz="1777"/>
            </a:lvl3pPr>
            <a:lvl4pPr indent="-341455" lvl="3" marL="1828800">
              <a:spcBef>
                <a:spcPts val="0"/>
              </a:spcBef>
              <a:spcAft>
                <a:spcPts val="0"/>
              </a:spcAft>
              <a:buSzPts val="1777"/>
              <a:buChar char="●"/>
              <a:defRPr sz="1777"/>
            </a:lvl4pPr>
            <a:lvl5pPr indent="-341455" lvl="4" marL="2286000">
              <a:spcBef>
                <a:spcPts val="0"/>
              </a:spcBef>
              <a:spcAft>
                <a:spcPts val="0"/>
              </a:spcAft>
              <a:buSzPts val="1777"/>
              <a:buChar char="○"/>
              <a:defRPr sz="1777"/>
            </a:lvl5pPr>
            <a:lvl6pPr indent="-341455" lvl="5" marL="2743200">
              <a:spcBef>
                <a:spcPts val="0"/>
              </a:spcBef>
              <a:spcAft>
                <a:spcPts val="0"/>
              </a:spcAft>
              <a:buSzPts val="1777"/>
              <a:buChar char="■"/>
              <a:defRPr sz="1777"/>
            </a:lvl6pPr>
            <a:lvl7pPr indent="-341455" lvl="6" marL="3200400">
              <a:spcBef>
                <a:spcPts val="0"/>
              </a:spcBef>
              <a:spcAft>
                <a:spcPts val="0"/>
              </a:spcAft>
              <a:buSzPts val="1777"/>
              <a:buChar char="●"/>
              <a:defRPr sz="1777"/>
            </a:lvl7pPr>
            <a:lvl8pPr indent="-341456" lvl="7" marL="3657600">
              <a:spcBef>
                <a:spcPts val="0"/>
              </a:spcBef>
              <a:spcAft>
                <a:spcPts val="0"/>
              </a:spcAft>
              <a:buSzPts val="1777"/>
              <a:buChar char="○"/>
              <a:defRPr sz="1777"/>
            </a:lvl8pPr>
            <a:lvl9pPr indent="-341456" lvl="8" marL="4114800">
              <a:spcBef>
                <a:spcPts val="0"/>
              </a:spcBef>
              <a:spcAft>
                <a:spcPts val="0"/>
              </a:spcAft>
              <a:buSzPts val="1777"/>
              <a:buChar char="■"/>
              <a:defRPr sz="1777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 sz="1269"/>
            </a:lvl1pPr>
            <a:lvl2pPr lvl="1">
              <a:buNone/>
              <a:defRPr sz="1269"/>
            </a:lvl2pPr>
            <a:lvl3pPr lvl="2">
              <a:buNone/>
              <a:defRPr sz="1269"/>
            </a:lvl3pPr>
            <a:lvl4pPr lvl="3">
              <a:buNone/>
              <a:defRPr sz="1269"/>
            </a:lvl4pPr>
            <a:lvl5pPr lvl="4">
              <a:buNone/>
              <a:defRPr sz="1269"/>
            </a:lvl5pPr>
            <a:lvl6pPr lvl="5">
              <a:buNone/>
              <a:defRPr sz="1269"/>
            </a:lvl6pPr>
            <a:lvl7pPr lvl="6">
              <a:buNone/>
              <a:defRPr sz="1269"/>
            </a:lvl7pPr>
            <a:lvl8pPr lvl="7">
              <a:buNone/>
              <a:defRPr sz="1269"/>
            </a:lvl8pPr>
            <a:lvl9pPr lvl="8">
              <a:buNone/>
              <a:defRPr sz="12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1pPr>
            <a:lvl2pPr lvl="1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2pPr>
            <a:lvl3pPr lvl="2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3pPr>
            <a:lvl4pPr lvl="3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4pPr>
            <a:lvl5pPr lvl="4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5pPr>
            <a:lvl6pPr lvl="5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6pPr>
            <a:lvl7pPr lvl="6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7pPr>
            <a:lvl8pPr lvl="7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8pPr>
            <a:lvl9pPr lvl="8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64468" y="1693927"/>
            <a:ext cx="4677000" cy="50214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41455" lvl="0" marL="457200">
              <a:spcBef>
                <a:spcPts val="0"/>
              </a:spcBef>
              <a:spcAft>
                <a:spcPts val="0"/>
              </a:spcAft>
              <a:buSzPts val="1777"/>
              <a:buChar char="●"/>
              <a:defRPr sz="1777"/>
            </a:lvl1pPr>
            <a:lvl2pPr indent="-325333" lvl="1" marL="914400">
              <a:spcBef>
                <a:spcPts val="0"/>
              </a:spcBef>
              <a:spcAft>
                <a:spcPts val="0"/>
              </a:spcAft>
              <a:buSzPts val="1523"/>
              <a:buChar char="○"/>
              <a:defRPr sz="1523"/>
            </a:lvl2pPr>
            <a:lvl3pPr indent="-325333" lvl="2" marL="1371600">
              <a:spcBef>
                <a:spcPts val="0"/>
              </a:spcBef>
              <a:spcAft>
                <a:spcPts val="0"/>
              </a:spcAft>
              <a:buSzPts val="1523"/>
              <a:buChar char="■"/>
              <a:defRPr sz="1523"/>
            </a:lvl3pPr>
            <a:lvl4pPr indent="-325333" lvl="3" marL="1828800">
              <a:spcBef>
                <a:spcPts val="0"/>
              </a:spcBef>
              <a:spcAft>
                <a:spcPts val="0"/>
              </a:spcAft>
              <a:buSzPts val="1523"/>
              <a:buChar char="●"/>
              <a:defRPr sz="1523"/>
            </a:lvl4pPr>
            <a:lvl5pPr indent="-325333" lvl="4" marL="2286000">
              <a:spcBef>
                <a:spcPts val="0"/>
              </a:spcBef>
              <a:spcAft>
                <a:spcPts val="0"/>
              </a:spcAft>
              <a:buSzPts val="1523"/>
              <a:buChar char="○"/>
              <a:defRPr sz="1523"/>
            </a:lvl5pPr>
            <a:lvl6pPr indent="-325333" lvl="5" marL="2743200">
              <a:spcBef>
                <a:spcPts val="0"/>
              </a:spcBef>
              <a:spcAft>
                <a:spcPts val="0"/>
              </a:spcAft>
              <a:buSzPts val="1523"/>
              <a:buChar char="■"/>
              <a:defRPr sz="1523"/>
            </a:lvl6pPr>
            <a:lvl7pPr indent="-325333" lvl="6" marL="3200400">
              <a:spcBef>
                <a:spcPts val="0"/>
              </a:spcBef>
              <a:spcAft>
                <a:spcPts val="0"/>
              </a:spcAft>
              <a:buSzPts val="1523"/>
              <a:buChar char="●"/>
              <a:defRPr sz="1523"/>
            </a:lvl7pPr>
            <a:lvl8pPr indent="-325333" lvl="7" marL="3657600">
              <a:spcBef>
                <a:spcPts val="0"/>
              </a:spcBef>
              <a:spcAft>
                <a:spcPts val="0"/>
              </a:spcAft>
              <a:buSzPts val="1523"/>
              <a:buChar char="○"/>
              <a:defRPr sz="1523"/>
            </a:lvl8pPr>
            <a:lvl9pPr indent="-325333" lvl="8" marL="4114800">
              <a:spcBef>
                <a:spcPts val="0"/>
              </a:spcBef>
              <a:spcAft>
                <a:spcPts val="0"/>
              </a:spcAft>
              <a:buSzPts val="1523"/>
              <a:buChar char="■"/>
              <a:defRPr sz="1523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650483" y="1693927"/>
            <a:ext cx="4677000" cy="50214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41455" lvl="0" marL="457200">
              <a:spcBef>
                <a:spcPts val="0"/>
              </a:spcBef>
              <a:spcAft>
                <a:spcPts val="0"/>
              </a:spcAft>
              <a:buSzPts val="1777"/>
              <a:buChar char="●"/>
              <a:defRPr sz="1777"/>
            </a:lvl1pPr>
            <a:lvl2pPr indent="-325333" lvl="1" marL="914400">
              <a:spcBef>
                <a:spcPts val="0"/>
              </a:spcBef>
              <a:spcAft>
                <a:spcPts val="0"/>
              </a:spcAft>
              <a:buSzPts val="1523"/>
              <a:buChar char="○"/>
              <a:defRPr sz="1523"/>
            </a:lvl2pPr>
            <a:lvl3pPr indent="-325333" lvl="2" marL="1371600">
              <a:spcBef>
                <a:spcPts val="0"/>
              </a:spcBef>
              <a:spcAft>
                <a:spcPts val="0"/>
              </a:spcAft>
              <a:buSzPts val="1523"/>
              <a:buChar char="■"/>
              <a:defRPr sz="1523"/>
            </a:lvl3pPr>
            <a:lvl4pPr indent="-325333" lvl="3" marL="1828800">
              <a:spcBef>
                <a:spcPts val="0"/>
              </a:spcBef>
              <a:spcAft>
                <a:spcPts val="0"/>
              </a:spcAft>
              <a:buSzPts val="1523"/>
              <a:buChar char="●"/>
              <a:defRPr sz="1523"/>
            </a:lvl4pPr>
            <a:lvl5pPr indent="-325333" lvl="4" marL="2286000">
              <a:spcBef>
                <a:spcPts val="0"/>
              </a:spcBef>
              <a:spcAft>
                <a:spcPts val="0"/>
              </a:spcAft>
              <a:buSzPts val="1523"/>
              <a:buChar char="○"/>
              <a:defRPr sz="1523"/>
            </a:lvl5pPr>
            <a:lvl6pPr indent="-325333" lvl="5" marL="2743200">
              <a:spcBef>
                <a:spcPts val="0"/>
              </a:spcBef>
              <a:spcAft>
                <a:spcPts val="0"/>
              </a:spcAft>
              <a:buSzPts val="1523"/>
              <a:buChar char="■"/>
              <a:defRPr sz="1523"/>
            </a:lvl6pPr>
            <a:lvl7pPr indent="-325333" lvl="6" marL="3200400">
              <a:spcBef>
                <a:spcPts val="0"/>
              </a:spcBef>
              <a:spcAft>
                <a:spcPts val="0"/>
              </a:spcAft>
              <a:buSzPts val="1523"/>
              <a:buChar char="●"/>
              <a:defRPr sz="1523"/>
            </a:lvl7pPr>
            <a:lvl8pPr indent="-325333" lvl="7" marL="3657600">
              <a:spcBef>
                <a:spcPts val="0"/>
              </a:spcBef>
              <a:spcAft>
                <a:spcPts val="0"/>
              </a:spcAft>
              <a:buSzPts val="1523"/>
              <a:buChar char="○"/>
              <a:defRPr sz="1523"/>
            </a:lvl8pPr>
            <a:lvl9pPr indent="-325333" lvl="8" marL="4114800">
              <a:spcBef>
                <a:spcPts val="0"/>
              </a:spcBef>
              <a:spcAft>
                <a:spcPts val="0"/>
              </a:spcAft>
              <a:buSzPts val="1523"/>
              <a:buChar char="■"/>
              <a:defRPr sz="1523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 sz="1269"/>
            </a:lvl1pPr>
            <a:lvl2pPr lvl="1">
              <a:buNone/>
              <a:defRPr sz="1269"/>
            </a:lvl2pPr>
            <a:lvl3pPr lvl="2">
              <a:buNone/>
              <a:defRPr sz="1269"/>
            </a:lvl3pPr>
            <a:lvl4pPr lvl="3">
              <a:buNone/>
              <a:defRPr sz="1269"/>
            </a:lvl4pPr>
            <a:lvl5pPr lvl="4">
              <a:buNone/>
              <a:defRPr sz="1269"/>
            </a:lvl5pPr>
            <a:lvl6pPr lvl="5">
              <a:buNone/>
              <a:defRPr sz="1269"/>
            </a:lvl6pPr>
            <a:lvl7pPr lvl="6">
              <a:buNone/>
              <a:defRPr sz="1269"/>
            </a:lvl7pPr>
            <a:lvl8pPr lvl="7">
              <a:buNone/>
              <a:defRPr sz="1269"/>
            </a:lvl8pPr>
            <a:lvl9pPr lvl="8">
              <a:buNone/>
              <a:defRPr sz="12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1pPr>
            <a:lvl2pPr lvl="1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2pPr>
            <a:lvl3pPr lvl="2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3pPr>
            <a:lvl4pPr lvl="3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4pPr>
            <a:lvl5pPr lvl="4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5pPr>
            <a:lvl6pPr lvl="5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6pPr>
            <a:lvl7pPr lvl="6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7pPr>
            <a:lvl8pPr lvl="7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8pPr>
            <a:lvl9pPr lvl="8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 sz="1269"/>
            </a:lvl1pPr>
            <a:lvl2pPr lvl="1">
              <a:buNone/>
              <a:defRPr sz="1269"/>
            </a:lvl2pPr>
            <a:lvl3pPr lvl="2">
              <a:buNone/>
              <a:defRPr sz="1269"/>
            </a:lvl3pPr>
            <a:lvl4pPr lvl="3">
              <a:buNone/>
              <a:defRPr sz="1269"/>
            </a:lvl4pPr>
            <a:lvl5pPr lvl="4">
              <a:buNone/>
              <a:defRPr sz="1269"/>
            </a:lvl5pPr>
            <a:lvl6pPr lvl="5">
              <a:buNone/>
              <a:defRPr sz="1269"/>
            </a:lvl6pPr>
            <a:lvl7pPr lvl="6">
              <a:buNone/>
              <a:defRPr sz="1269"/>
            </a:lvl7pPr>
            <a:lvl8pPr lvl="7">
              <a:buNone/>
              <a:defRPr sz="1269"/>
            </a:lvl8pPr>
            <a:lvl9pPr lvl="8">
              <a:buNone/>
              <a:defRPr sz="12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64468" y="816630"/>
            <a:ext cx="3283500" cy="11106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47"/>
              <a:buNone/>
              <a:defRPr sz="3047"/>
            </a:lvl1pPr>
            <a:lvl2pPr lvl="1">
              <a:spcBef>
                <a:spcPts val="0"/>
              </a:spcBef>
              <a:spcAft>
                <a:spcPts val="0"/>
              </a:spcAft>
              <a:buSzPts val="3047"/>
              <a:buNone/>
              <a:defRPr sz="3047"/>
            </a:lvl2pPr>
            <a:lvl3pPr lvl="2">
              <a:spcBef>
                <a:spcPts val="0"/>
              </a:spcBef>
              <a:spcAft>
                <a:spcPts val="0"/>
              </a:spcAft>
              <a:buSzPts val="3047"/>
              <a:buNone/>
              <a:defRPr sz="3047"/>
            </a:lvl3pPr>
            <a:lvl4pPr lvl="3">
              <a:spcBef>
                <a:spcPts val="0"/>
              </a:spcBef>
              <a:spcAft>
                <a:spcPts val="0"/>
              </a:spcAft>
              <a:buSzPts val="3047"/>
              <a:buNone/>
              <a:defRPr sz="3047"/>
            </a:lvl4pPr>
            <a:lvl5pPr lvl="4">
              <a:spcBef>
                <a:spcPts val="0"/>
              </a:spcBef>
              <a:spcAft>
                <a:spcPts val="0"/>
              </a:spcAft>
              <a:buSzPts val="3047"/>
              <a:buNone/>
              <a:defRPr sz="3047"/>
            </a:lvl5pPr>
            <a:lvl6pPr lvl="5">
              <a:spcBef>
                <a:spcPts val="0"/>
              </a:spcBef>
              <a:spcAft>
                <a:spcPts val="0"/>
              </a:spcAft>
              <a:buSzPts val="3047"/>
              <a:buNone/>
              <a:defRPr sz="3047"/>
            </a:lvl6pPr>
            <a:lvl7pPr lvl="6">
              <a:spcBef>
                <a:spcPts val="0"/>
              </a:spcBef>
              <a:spcAft>
                <a:spcPts val="0"/>
              </a:spcAft>
              <a:buSzPts val="3047"/>
              <a:buNone/>
              <a:defRPr sz="3047"/>
            </a:lvl7pPr>
            <a:lvl8pPr lvl="7">
              <a:spcBef>
                <a:spcPts val="0"/>
              </a:spcBef>
              <a:spcAft>
                <a:spcPts val="0"/>
              </a:spcAft>
              <a:buSzPts val="3047"/>
              <a:buNone/>
              <a:defRPr sz="3047"/>
            </a:lvl8pPr>
            <a:lvl9pPr lvl="8">
              <a:spcBef>
                <a:spcPts val="0"/>
              </a:spcBef>
              <a:spcAft>
                <a:spcPts val="0"/>
              </a:spcAft>
              <a:buSzPts val="3047"/>
              <a:buNone/>
              <a:defRPr sz="3047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64468" y="2042457"/>
            <a:ext cx="3283500" cy="46731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25333" lvl="0" marL="457200">
              <a:spcBef>
                <a:spcPts val="0"/>
              </a:spcBef>
              <a:spcAft>
                <a:spcPts val="0"/>
              </a:spcAft>
              <a:buSzPts val="1523"/>
              <a:buChar char="●"/>
              <a:defRPr sz="1523"/>
            </a:lvl1pPr>
            <a:lvl2pPr indent="-325333" lvl="1" marL="914400">
              <a:spcBef>
                <a:spcPts val="0"/>
              </a:spcBef>
              <a:spcAft>
                <a:spcPts val="0"/>
              </a:spcAft>
              <a:buSzPts val="1523"/>
              <a:buChar char="○"/>
              <a:defRPr sz="1523"/>
            </a:lvl2pPr>
            <a:lvl3pPr indent="-325333" lvl="2" marL="1371600">
              <a:spcBef>
                <a:spcPts val="0"/>
              </a:spcBef>
              <a:spcAft>
                <a:spcPts val="0"/>
              </a:spcAft>
              <a:buSzPts val="1523"/>
              <a:buChar char="■"/>
              <a:defRPr sz="1523"/>
            </a:lvl3pPr>
            <a:lvl4pPr indent="-325333" lvl="3" marL="1828800">
              <a:spcBef>
                <a:spcPts val="0"/>
              </a:spcBef>
              <a:spcAft>
                <a:spcPts val="0"/>
              </a:spcAft>
              <a:buSzPts val="1523"/>
              <a:buChar char="●"/>
              <a:defRPr sz="1523"/>
            </a:lvl4pPr>
            <a:lvl5pPr indent="-325333" lvl="4" marL="2286000">
              <a:spcBef>
                <a:spcPts val="0"/>
              </a:spcBef>
              <a:spcAft>
                <a:spcPts val="0"/>
              </a:spcAft>
              <a:buSzPts val="1523"/>
              <a:buChar char="○"/>
              <a:defRPr sz="1523"/>
            </a:lvl5pPr>
            <a:lvl6pPr indent="-325333" lvl="5" marL="2743200">
              <a:spcBef>
                <a:spcPts val="0"/>
              </a:spcBef>
              <a:spcAft>
                <a:spcPts val="0"/>
              </a:spcAft>
              <a:buSzPts val="1523"/>
              <a:buChar char="■"/>
              <a:defRPr sz="1523"/>
            </a:lvl6pPr>
            <a:lvl7pPr indent="-325333" lvl="6" marL="3200400">
              <a:spcBef>
                <a:spcPts val="0"/>
              </a:spcBef>
              <a:spcAft>
                <a:spcPts val="0"/>
              </a:spcAft>
              <a:buSzPts val="1523"/>
              <a:buChar char="●"/>
              <a:defRPr sz="1523"/>
            </a:lvl7pPr>
            <a:lvl8pPr indent="-325333" lvl="7" marL="3657600">
              <a:spcBef>
                <a:spcPts val="0"/>
              </a:spcBef>
              <a:spcAft>
                <a:spcPts val="0"/>
              </a:spcAft>
              <a:buSzPts val="1523"/>
              <a:buChar char="○"/>
              <a:defRPr sz="1523"/>
            </a:lvl8pPr>
            <a:lvl9pPr indent="-325333" lvl="8" marL="4114800">
              <a:spcBef>
                <a:spcPts val="0"/>
              </a:spcBef>
              <a:spcAft>
                <a:spcPts val="0"/>
              </a:spcAft>
              <a:buSzPts val="1523"/>
              <a:buChar char="■"/>
              <a:defRPr sz="1523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 sz="1269"/>
            </a:lvl1pPr>
            <a:lvl2pPr lvl="1">
              <a:buNone/>
              <a:defRPr sz="1269"/>
            </a:lvl2pPr>
            <a:lvl3pPr lvl="2">
              <a:buNone/>
              <a:defRPr sz="1269"/>
            </a:lvl3pPr>
            <a:lvl4pPr lvl="3">
              <a:buNone/>
              <a:defRPr sz="1269"/>
            </a:lvl4pPr>
            <a:lvl5pPr lvl="4">
              <a:buNone/>
              <a:defRPr sz="1269"/>
            </a:lvl5pPr>
            <a:lvl6pPr lvl="5">
              <a:buNone/>
              <a:defRPr sz="1269"/>
            </a:lvl6pPr>
            <a:lvl7pPr lvl="6">
              <a:buNone/>
              <a:defRPr sz="1269"/>
            </a:lvl7pPr>
            <a:lvl8pPr lvl="7">
              <a:buNone/>
              <a:defRPr sz="1269"/>
            </a:lvl8pPr>
            <a:lvl9pPr lvl="8">
              <a:buNone/>
              <a:defRPr sz="12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73245" y="661638"/>
            <a:ext cx="7445700" cy="60126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93"/>
              <a:buNone/>
              <a:defRPr sz="6093"/>
            </a:lvl1pPr>
            <a:lvl2pPr lvl="1">
              <a:spcBef>
                <a:spcPts val="0"/>
              </a:spcBef>
              <a:spcAft>
                <a:spcPts val="0"/>
              </a:spcAft>
              <a:buSzPts val="6093"/>
              <a:buNone/>
              <a:defRPr sz="6093"/>
            </a:lvl2pPr>
            <a:lvl3pPr lvl="2">
              <a:spcBef>
                <a:spcPts val="0"/>
              </a:spcBef>
              <a:spcAft>
                <a:spcPts val="0"/>
              </a:spcAft>
              <a:buSzPts val="6093"/>
              <a:buNone/>
              <a:defRPr sz="6093"/>
            </a:lvl3pPr>
            <a:lvl4pPr lvl="3">
              <a:spcBef>
                <a:spcPts val="0"/>
              </a:spcBef>
              <a:spcAft>
                <a:spcPts val="0"/>
              </a:spcAft>
              <a:buSzPts val="6093"/>
              <a:buNone/>
              <a:defRPr sz="6093"/>
            </a:lvl4pPr>
            <a:lvl5pPr lvl="4">
              <a:spcBef>
                <a:spcPts val="0"/>
              </a:spcBef>
              <a:spcAft>
                <a:spcPts val="0"/>
              </a:spcAft>
              <a:buSzPts val="6093"/>
              <a:buNone/>
              <a:defRPr sz="6093"/>
            </a:lvl5pPr>
            <a:lvl6pPr lvl="5">
              <a:spcBef>
                <a:spcPts val="0"/>
              </a:spcBef>
              <a:spcAft>
                <a:spcPts val="0"/>
              </a:spcAft>
              <a:buSzPts val="6093"/>
              <a:buNone/>
              <a:defRPr sz="6093"/>
            </a:lvl6pPr>
            <a:lvl7pPr lvl="6">
              <a:spcBef>
                <a:spcPts val="0"/>
              </a:spcBef>
              <a:spcAft>
                <a:spcPts val="0"/>
              </a:spcAft>
              <a:buSzPts val="6093"/>
              <a:buNone/>
              <a:defRPr sz="6093"/>
            </a:lvl7pPr>
            <a:lvl8pPr lvl="7">
              <a:spcBef>
                <a:spcPts val="0"/>
              </a:spcBef>
              <a:spcAft>
                <a:spcPts val="0"/>
              </a:spcAft>
              <a:buSzPts val="6093"/>
              <a:buNone/>
              <a:defRPr sz="6093"/>
            </a:lvl8pPr>
            <a:lvl9pPr lvl="8">
              <a:spcBef>
                <a:spcPts val="0"/>
              </a:spcBef>
              <a:spcAft>
                <a:spcPts val="0"/>
              </a:spcAft>
              <a:buSzPts val="6093"/>
              <a:buNone/>
              <a:defRPr sz="6093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 sz="1269"/>
            </a:lvl1pPr>
            <a:lvl2pPr lvl="1">
              <a:buNone/>
              <a:defRPr sz="1269"/>
            </a:lvl2pPr>
            <a:lvl3pPr lvl="2">
              <a:buNone/>
              <a:defRPr sz="1269"/>
            </a:lvl3pPr>
            <a:lvl4pPr lvl="3">
              <a:buNone/>
              <a:defRPr sz="1269"/>
            </a:lvl4pPr>
            <a:lvl5pPr lvl="4">
              <a:buNone/>
              <a:defRPr sz="1269"/>
            </a:lvl5pPr>
            <a:lvl6pPr lvl="5">
              <a:buNone/>
              <a:defRPr sz="1269"/>
            </a:lvl6pPr>
            <a:lvl7pPr lvl="6">
              <a:buNone/>
              <a:defRPr sz="1269"/>
            </a:lvl7pPr>
            <a:lvl8pPr lvl="7">
              <a:buNone/>
              <a:defRPr sz="1269"/>
            </a:lvl8pPr>
            <a:lvl9pPr lvl="8">
              <a:buNone/>
              <a:defRPr sz="12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346000" y="-184"/>
            <a:ext cx="5346000" cy="756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16050" lIns="116050" spcFirstLastPara="1" rIns="116050" wrap="square" tIns="11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310447" y="1812541"/>
            <a:ext cx="4730100" cy="21786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332"/>
              <a:buNone/>
              <a:defRPr sz="5332"/>
            </a:lvl1pPr>
            <a:lvl2pPr lvl="1" algn="ctr">
              <a:spcBef>
                <a:spcPts val="0"/>
              </a:spcBef>
              <a:spcAft>
                <a:spcPts val="0"/>
              </a:spcAft>
              <a:buSzPts val="5332"/>
              <a:buNone/>
              <a:defRPr sz="5332"/>
            </a:lvl2pPr>
            <a:lvl3pPr lvl="2" algn="ctr">
              <a:spcBef>
                <a:spcPts val="0"/>
              </a:spcBef>
              <a:spcAft>
                <a:spcPts val="0"/>
              </a:spcAft>
              <a:buSzPts val="5332"/>
              <a:buNone/>
              <a:defRPr sz="5332"/>
            </a:lvl3pPr>
            <a:lvl4pPr lvl="3" algn="ctr">
              <a:spcBef>
                <a:spcPts val="0"/>
              </a:spcBef>
              <a:spcAft>
                <a:spcPts val="0"/>
              </a:spcAft>
              <a:buSzPts val="5332"/>
              <a:buNone/>
              <a:defRPr sz="5332"/>
            </a:lvl4pPr>
            <a:lvl5pPr lvl="4" algn="ctr">
              <a:spcBef>
                <a:spcPts val="0"/>
              </a:spcBef>
              <a:spcAft>
                <a:spcPts val="0"/>
              </a:spcAft>
              <a:buSzPts val="5332"/>
              <a:buNone/>
              <a:defRPr sz="5332"/>
            </a:lvl5pPr>
            <a:lvl6pPr lvl="5" algn="ctr">
              <a:spcBef>
                <a:spcPts val="0"/>
              </a:spcBef>
              <a:spcAft>
                <a:spcPts val="0"/>
              </a:spcAft>
              <a:buSzPts val="5332"/>
              <a:buNone/>
              <a:defRPr sz="5332"/>
            </a:lvl6pPr>
            <a:lvl7pPr lvl="6" algn="ctr">
              <a:spcBef>
                <a:spcPts val="0"/>
              </a:spcBef>
              <a:spcAft>
                <a:spcPts val="0"/>
              </a:spcAft>
              <a:buSzPts val="5332"/>
              <a:buNone/>
              <a:defRPr sz="5332"/>
            </a:lvl7pPr>
            <a:lvl8pPr lvl="7" algn="ctr">
              <a:spcBef>
                <a:spcPts val="0"/>
              </a:spcBef>
              <a:spcAft>
                <a:spcPts val="0"/>
              </a:spcAft>
              <a:buSzPts val="5332"/>
              <a:buNone/>
              <a:defRPr sz="5332"/>
            </a:lvl8pPr>
            <a:lvl9pPr lvl="8" algn="ctr">
              <a:spcBef>
                <a:spcPts val="0"/>
              </a:spcBef>
              <a:spcAft>
                <a:spcPts val="0"/>
              </a:spcAft>
              <a:buSzPts val="5332"/>
              <a:buNone/>
              <a:defRPr sz="5332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310447" y="4120005"/>
            <a:ext cx="4730100" cy="18153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6"/>
              <a:buNone/>
              <a:defRPr sz="2666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6"/>
              <a:buNone/>
              <a:defRPr sz="2666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6"/>
              <a:buNone/>
              <a:defRPr sz="2666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6"/>
              <a:buNone/>
              <a:defRPr sz="2666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6"/>
              <a:buNone/>
              <a:defRPr sz="2666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6"/>
              <a:buNone/>
              <a:defRPr sz="2666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6"/>
              <a:buNone/>
              <a:defRPr sz="2666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6"/>
              <a:buNone/>
              <a:defRPr sz="2666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6"/>
              <a:buNone/>
              <a:defRPr sz="2666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775715" y="1064257"/>
            <a:ext cx="4486500" cy="54312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indent="-373700" lvl="0" marL="457200">
              <a:spcBef>
                <a:spcPts val="0"/>
              </a:spcBef>
              <a:spcAft>
                <a:spcPts val="0"/>
              </a:spcAft>
              <a:buSzPts val="2285"/>
              <a:buChar char="●"/>
              <a:defRPr sz="2285"/>
            </a:lvl1pPr>
            <a:lvl2pPr indent="-341455" lvl="1" marL="914400">
              <a:spcBef>
                <a:spcPts val="0"/>
              </a:spcBef>
              <a:spcAft>
                <a:spcPts val="0"/>
              </a:spcAft>
              <a:buSzPts val="1777"/>
              <a:buChar char="○"/>
              <a:defRPr sz="1777"/>
            </a:lvl2pPr>
            <a:lvl3pPr indent="-341455" lvl="2" marL="1371600">
              <a:spcBef>
                <a:spcPts val="0"/>
              </a:spcBef>
              <a:spcAft>
                <a:spcPts val="0"/>
              </a:spcAft>
              <a:buSzPts val="1777"/>
              <a:buChar char="■"/>
              <a:defRPr sz="1777"/>
            </a:lvl3pPr>
            <a:lvl4pPr indent="-341455" lvl="3" marL="1828800">
              <a:spcBef>
                <a:spcPts val="0"/>
              </a:spcBef>
              <a:spcAft>
                <a:spcPts val="0"/>
              </a:spcAft>
              <a:buSzPts val="1777"/>
              <a:buChar char="●"/>
              <a:defRPr sz="1777"/>
            </a:lvl4pPr>
            <a:lvl5pPr indent="-341455" lvl="4" marL="2286000">
              <a:spcBef>
                <a:spcPts val="0"/>
              </a:spcBef>
              <a:spcAft>
                <a:spcPts val="0"/>
              </a:spcAft>
              <a:buSzPts val="1777"/>
              <a:buChar char="○"/>
              <a:defRPr sz="1777"/>
            </a:lvl5pPr>
            <a:lvl6pPr indent="-341455" lvl="5" marL="2743200">
              <a:spcBef>
                <a:spcPts val="0"/>
              </a:spcBef>
              <a:spcAft>
                <a:spcPts val="0"/>
              </a:spcAft>
              <a:buSzPts val="1777"/>
              <a:buChar char="■"/>
              <a:defRPr sz="1777"/>
            </a:lvl6pPr>
            <a:lvl7pPr indent="-341455" lvl="6" marL="3200400">
              <a:spcBef>
                <a:spcPts val="0"/>
              </a:spcBef>
              <a:spcAft>
                <a:spcPts val="0"/>
              </a:spcAft>
              <a:buSzPts val="1777"/>
              <a:buChar char="●"/>
              <a:defRPr sz="1777"/>
            </a:lvl7pPr>
            <a:lvl8pPr indent="-341456" lvl="7" marL="3657600">
              <a:spcBef>
                <a:spcPts val="0"/>
              </a:spcBef>
              <a:spcAft>
                <a:spcPts val="0"/>
              </a:spcAft>
              <a:buSzPts val="1777"/>
              <a:buChar char="○"/>
              <a:defRPr sz="1777"/>
            </a:lvl8pPr>
            <a:lvl9pPr indent="-341456" lvl="8" marL="4114800">
              <a:spcBef>
                <a:spcPts val="0"/>
              </a:spcBef>
              <a:spcAft>
                <a:spcPts val="0"/>
              </a:spcAft>
              <a:buSzPts val="1777"/>
              <a:buChar char="■"/>
              <a:defRPr sz="1777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 sz="1269"/>
            </a:lvl1pPr>
            <a:lvl2pPr lvl="1">
              <a:buNone/>
              <a:defRPr sz="1269"/>
            </a:lvl2pPr>
            <a:lvl3pPr lvl="2">
              <a:buNone/>
              <a:defRPr sz="1269"/>
            </a:lvl3pPr>
            <a:lvl4pPr lvl="3">
              <a:buNone/>
              <a:defRPr sz="1269"/>
            </a:lvl4pPr>
            <a:lvl5pPr lvl="4">
              <a:buNone/>
              <a:defRPr sz="1269"/>
            </a:lvl5pPr>
            <a:lvl6pPr lvl="5">
              <a:buNone/>
              <a:defRPr sz="1269"/>
            </a:lvl6pPr>
            <a:lvl7pPr lvl="6">
              <a:buNone/>
              <a:defRPr sz="1269"/>
            </a:lvl7pPr>
            <a:lvl8pPr lvl="7">
              <a:buNone/>
              <a:defRPr sz="1269"/>
            </a:lvl8pPr>
            <a:lvl9pPr lvl="8">
              <a:buNone/>
              <a:defRPr sz="12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64468" y="6218168"/>
            <a:ext cx="7014300" cy="8895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85"/>
              <a:buNone/>
              <a:defRPr sz="2285"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 sz="1269"/>
            </a:lvl1pPr>
            <a:lvl2pPr lvl="1">
              <a:buNone/>
              <a:defRPr sz="1269"/>
            </a:lvl2pPr>
            <a:lvl3pPr lvl="2">
              <a:buNone/>
              <a:defRPr sz="1269"/>
            </a:lvl3pPr>
            <a:lvl4pPr lvl="3">
              <a:buNone/>
              <a:defRPr sz="1269"/>
            </a:lvl4pPr>
            <a:lvl5pPr lvl="4">
              <a:buNone/>
              <a:defRPr sz="1269"/>
            </a:lvl5pPr>
            <a:lvl6pPr lvl="5">
              <a:buNone/>
              <a:defRPr sz="1269"/>
            </a:lvl6pPr>
            <a:lvl7pPr lvl="6">
              <a:buNone/>
              <a:defRPr sz="1269"/>
            </a:lvl7pPr>
            <a:lvl8pPr lvl="7">
              <a:buNone/>
              <a:defRPr sz="1269"/>
            </a:lvl8pPr>
            <a:lvl9pPr lvl="8">
              <a:buNone/>
              <a:defRPr sz="12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64468" y="1625801"/>
            <a:ext cx="9963000" cy="28860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234"/>
              <a:buNone/>
              <a:defRPr sz="15234"/>
            </a:lvl1pPr>
            <a:lvl2pPr lvl="1" algn="ctr">
              <a:spcBef>
                <a:spcPts val="0"/>
              </a:spcBef>
              <a:spcAft>
                <a:spcPts val="0"/>
              </a:spcAft>
              <a:buSzPts val="15234"/>
              <a:buNone/>
              <a:defRPr sz="15234"/>
            </a:lvl2pPr>
            <a:lvl3pPr lvl="2" algn="ctr">
              <a:spcBef>
                <a:spcPts val="0"/>
              </a:spcBef>
              <a:spcAft>
                <a:spcPts val="0"/>
              </a:spcAft>
              <a:buSzPts val="15234"/>
              <a:buNone/>
              <a:defRPr sz="15234"/>
            </a:lvl3pPr>
            <a:lvl4pPr lvl="3" algn="ctr">
              <a:spcBef>
                <a:spcPts val="0"/>
              </a:spcBef>
              <a:spcAft>
                <a:spcPts val="0"/>
              </a:spcAft>
              <a:buSzPts val="15234"/>
              <a:buNone/>
              <a:defRPr sz="15234"/>
            </a:lvl4pPr>
            <a:lvl5pPr lvl="4" algn="ctr">
              <a:spcBef>
                <a:spcPts val="0"/>
              </a:spcBef>
              <a:spcAft>
                <a:spcPts val="0"/>
              </a:spcAft>
              <a:buSzPts val="15234"/>
              <a:buNone/>
              <a:defRPr sz="15234"/>
            </a:lvl5pPr>
            <a:lvl6pPr lvl="5" algn="ctr">
              <a:spcBef>
                <a:spcPts val="0"/>
              </a:spcBef>
              <a:spcAft>
                <a:spcPts val="0"/>
              </a:spcAft>
              <a:buSzPts val="15234"/>
              <a:buNone/>
              <a:defRPr sz="15234"/>
            </a:lvl6pPr>
            <a:lvl7pPr lvl="6" algn="ctr">
              <a:spcBef>
                <a:spcPts val="0"/>
              </a:spcBef>
              <a:spcAft>
                <a:spcPts val="0"/>
              </a:spcAft>
              <a:buSzPts val="15234"/>
              <a:buNone/>
              <a:defRPr sz="15234"/>
            </a:lvl7pPr>
            <a:lvl8pPr lvl="7" algn="ctr">
              <a:spcBef>
                <a:spcPts val="0"/>
              </a:spcBef>
              <a:spcAft>
                <a:spcPts val="0"/>
              </a:spcAft>
              <a:buSzPts val="15234"/>
              <a:buNone/>
              <a:defRPr sz="15234"/>
            </a:lvl8pPr>
            <a:lvl9pPr lvl="8" algn="ctr">
              <a:spcBef>
                <a:spcPts val="0"/>
              </a:spcBef>
              <a:spcAft>
                <a:spcPts val="0"/>
              </a:spcAft>
              <a:buSzPts val="15234"/>
              <a:buNone/>
              <a:defRPr sz="15234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64468" y="4633192"/>
            <a:ext cx="9963000" cy="19119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73700" lvl="0" marL="457200" algn="ctr">
              <a:spcBef>
                <a:spcPts val="0"/>
              </a:spcBef>
              <a:spcAft>
                <a:spcPts val="0"/>
              </a:spcAft>
              <a:buSzPts val="2285"/>
              <a:buChar char="●"/>
              <a:defRPr sz="2285"/>
            </a:lvl1pPr>
            <a:lvl2pPr indent="-341455" lvl="1" marL="914400" algn="ctr">
              <a:spcBef>
                <a:spcPts val="0"/>
              </a:spcBef>
              <a:spcAft>
                <a:spcPts val="0"/>
              </a:spcAft>
              <a:buSzPts val="1777"/>
              <a:buChar char="○"/>
              <a:defRPr sz="1777"/>
            </a:lvl2pPr>
            <a:lvl3pPr indent="-341455" lvl="2" marL="1371600" algn="ctr">
              <a:spcBef>
                <a:spcPts val="0"/>
              </a:spcBef>
              <a:spcAft>
                <a:spcPts val="0"/>
              </a:spcAft>
              <a:buSzPts val="1777"/>
              <a:buChar char="■"/>
              <a:defRPr sz="1777"/>
            </a:lvl3pPr>
            <a:lvl4pPr indent="-341455" lvl="3" marL="1828800" algn="ctr">
              <a:spcBef>
                <a:spcPts val="0"/>
              </a:spcBef>
              <a:spcAft>
                <a:spcPts val="0"/>
              </a:spcAft>
              <a:buSzPts val="1777"/>
              <a:buChar char="●"/>
              <a:defRPr sz="1777"/>
            </a:lvl4pPr>
            <a:lvl5pPr indent="-341455" lvl="4" marL="2286000" algn="ctr">
              <a:spcBef>
                <a:spcPts val="0"/>
              </a:spcBef>
              <a:spcAft>
                <a:spcPts val="0"/>
              </a:spcAft>
              <a:buSzPts val="1777"/>
              <a:buChar char="○"/>
              <a:defRPr sz="1777"/>
            </a:lvl5pPr>
            <a:lvl6pPr indent="-341455" lvl="5" marL="2743200" algn="ctr">
              <a:spcBef>
                <a:spcPts val="0"/>
              </a:spcBef>
              <a:spcAft>
                <a:spcPts val="0"/>
              </a:spcAft>
              <a:buSzPts val="1777"/>
              <a:buChar char="■"/>
              <a:defRPr sz="1777"/>
            </a:lvl6pPr>
            <a:lvl7pPr indent="-341455" lvl="6" marL="3200400" algn="ctr">
              <a:spcBef>
                <a:spcPts val="0"/>
              </a:spcBef>
              <a:spcAft>
                <a:spcPts val="0"/>
              </a:spcAft>
              <a:buSzPts val="1777"/>
              <a:buChar char="●"/>
              <a:defRPr sz="1777"/>
            </a:lvl7pPr>
            <a:lvl8pPr indent="-341456" lvl="7" marL="3657600" algn="ctr">
              <a:spcBef>
                <a:spcPts val="0"/>
              </a:spcBef>
              <a:spcAft>
                <a:spcPts val="0"/>
              </a:spcAft>
              <a:buSzPts val="1777"/>
              <a:buChar char="○"/>
              <a:defRPr sz="1777"/>
            </a:lvl8pPr>
            <a:lvl9pPr indent="-341456" lvl="8" marL="4114800" algn="ctr">
              <a:spcBef>
                <a:spcPts val="0"/>
              </a:spcBef>
              <a:spcAft>
                <a:spcPts val="0"/>
              </a:spcAft>
              <a:buSzPts val="1777"/>
              <a:buChar char="■"/>
              <a:defRPr sz="1777"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 sz="1269"/>
            </a:lvl1pPr>
            <a:lvl2pPr lvl="1">
              <a:buNone/>
              <a:defRPr sz="1269"/>
            </a:lvl2pPr>
            <a:lvl3pPr lvl="2">
              <a:buNone/>
              <a:defRPr sz="1269"/>
            </a:lvl3pPr>
            <a:lvl4pPr lvl="3">
              <a:buNone/>
              <a:defRPr sz="1269"/>
            </a:lvl4pPr>
            <a:lvl5pPr lvl="4">
              <a:buNone/>
              <a:defRPr sz="1269"/>
            </a:lvl5pPr>
            <a:lvl6pPr lvl="5">
              <a:buNone/>
              <a:defRPr sz="1269"/>
            </a:lvl6pPr>
            <a:lvl7pPr lvl="6">
              <a:buNone/>
              <a:defRPr sz="1269"/>
            </a:lvl7pPr>
            <a:lvl8pPr lvl="7">
              <a:buNone/>
              <a:defRPr sz="1269"/>
            </a:lvl8pPr>
            <a:lvl9pPr lvl="8">
              <a:buNone/>
              <a:defRPr sz="12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 sz="1269"/>
            </a:lvl1pPr>
            <a:lvl2pPr lvl="1">
              <a:buNone/>
              <a:defRPr sz="1269"/>
            </a:lvl2pPr>
            <a:lvl3pPr lvl="2">
              <a:buNone/>
              <a:defRPr sz="1269"/>
            </a:lvl3pPr>
            <a:lvl4pPr lvl="3">
              <a:buNone/>
              <a:defRPr sz="1269"/>
            </a:lvl4pPr>
            <a:lvl5pPr lvl="4">
              <a:buNone/>
              <a:defRPr sz="1269"/>
            </a:lvl5pPr>
            <a:lvl6pPr lvl="5">
              <a:buNone/>
              <a:defRPr sz="1269"/>
            </a:lvl6pPr>
            <a:lvl7pPr lvl="6">
              <a:buNone/>
              <a:defRPr sz="1269"/>
            </a:lvl7pPr>
            <a:lvl8pPr lvl="7">
              <a:buNone/>
              <a:defRPr sz="1269"/>
            </a:lvl8pPr>
            <a:lvl9pPr lvl="8">
              <a:buNone/>
              <a:defRPr sz="12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5"/>
              <a:buNone/>
              <a:defRPr sz="3555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5"/>
              <a:buNone/>
              <a:defRPr sz="3555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5"/>
              <a:buNone/>
              <a:defRPr sz="3555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5"/>
              <a:buNone/>
              <a:defRPr sz="3555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5"/>
              <a:buNone/>
              <a:defRPr sz="3555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5"/>
              <a:buNone/>
              <a:defRPr sz="3555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5"/>
              <a:buNone/>
              <a:defRPr sz="3555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5"/>
              <a:buNone/>
              <a:defRPr sz="3555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5"/>
              <a:buNone/>
              <a:defRPr sz="3555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64468" y="1693927"/>
            <a:ext cx="9963000" cy="50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737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85"/>
              <a:buChar char="●"/>
              <a:defRPr sz="2285">
                <a:solidFill>
                  <a:schemeClr val="dk2"/>
                </a:solidFill>
              </a:defRPr>
            </a:lvl1pPr>
            <a:lvl2pPr indent="-34145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77"/>
              <a:buChar char="○"/>
              <a:defRPr sz="1777">
                <a:solidFill>
                  <a:schemeClr val="dk2"/>
                </a:solidFill>
              </a:defRPr>
            </a:lvl2pPr>
            <a:lvl3pPr indent="-34145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77"/>
              <a:buChar char="■"/>
              <a:defRPr sz="1777">
                <a:solidFill>
                  <a:schemeClr val="dk2"/>
                </a:solidFill>
              </a:defRPr>
            </a:lvl3pPr>
            <a:lvl4pPr indent="-34145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77"/>
              <a:buChar char="●"/>
              <a:defRPr sz="1777">
                <a:solidFill>
                  <a:schemeClr val="dk2"/>
                </a:solidFill>
              </a:defRPr>
            </a:lvl4pPr>
            <a:lvl5pPr indent="-34145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77"/>
              <a:buChar char="○"/>
              <a:defRPr sz="1777">
                <a:solidFill>
                  <a:schemeClr val="dk2"/>
                </a:solidFill>
              </a:defRPr>
            </a:lvl5pPr>
            <a:lvl6pPr indent="-34145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77"/>
              <a:buChar char="■"/>
              <a:defRPr sz="1777">
                <a:solidFill>
                  <a:schemeClr val="dk2"/>
                </a:solidFill>
              </a:defRPr>
            </a:lvl6pPr>
            <a:lvl7pPr indent="-34145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77"/>
              <a:buChar char="●"/>
              <a:defRPr sz="1777">
                <a:solidFill>
                  <a:schemeClr val="dk2"/>
                </a:solidFill>
              </a:defRPr>
            </a:lvl7pPr>
            <a:lvl8pPr indent="-341456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77"/>
              <a:buChar char="○"/>
              <a:defRPr sz="1777">
                <a:solidFill>
                  <a:schemeClr val="dk2"/>
                </a:solidFill>
              </a:defRPr>
            </a:lvl8pPr>
            <a:lvl9pPr indent="-341456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77"/>
              <a:buChar char="■"/>
              <a:defRPr sz="1777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 algn="r">
              <a:buNone/>
              <a:defRPr sz="1269">
                <a:solidFill>
                  <a:schemeClr val="dk2"/>
                </a:solidFill>
              </a:defRPr>
            </a:lvl1pPr>
            <a:lvl2pPr lvl="1" algn="r">
              <a:buNone/>
              <a:defRPr sz="1269">
                <a:solidFill>
                  <a:schemeClr val="dk2"/>
                </a:solidFill>
              </a:defRPr>
            </a:lvl2pPr>
            <a:lvl3pPr lvl="2" algn="r">
              <a:buNone/>
              <a:defRPr sz="1269">
                <a:solidFill>
                  <a:schemeClr val="dk2"/>
                </a:solidFill>
              </a:defRPr>
            </a:lvl3pPr>
            <a:lvl4pPr lvl="3" algn="r">
              <a:buNone/>
              <a:defRPr sz="1269">
                <a:solidFill>
                  <a:schemeClr val="dk2"/>
                </a:solidFill>
              </a:defRPr>
            </a:lvl4pPr>
            <a:lvl5pPr lvl="4" algn="r">
              <a:buNone/>
              <a:defRPr sz="1269">
                <a:solidFill>
                  <a:schemeClr val="dk2"/>
                </a:solidFill>
              </a:defRPr>
            </a:lvl5pPr>
            <a:lvl6pPr lvl="5" algn="r">
              <a:buNone/>
              <a:defRPr sz="1269">
                <a:solidFill>
                  <a:schemeClr val="dk2"/>
                </a:solidFill>
              </a:defRPr>
            </a:lvl6pPr>
            <a:lvl7pPr lvl="6" algn="r">
              <a:buNone/>
              <a:defRPr sz="1269">
                <a:solidFill>
                  <a:schemeClr val="dk2"/>
                </a:solidFill>
              </a:defRPr>
            </a:lvl7pPr>
            <a:lvl8pPr lvl="7" algn="r">
              <a:buNone/>
              <a:defRPr sz="1269">
                <a:solidFill>
                  <a:schemeClr val="dk2"/>
                </a:solidFill>
              </a:defRPr>
            </a:lvl8pPr>
            <a:lvl9pPr lvl="8" algn="r">
              <a:buNone/>
              <a:defRPr sz="1269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8150" y="1312350"/>
            <a:ext cx="8915675" cy="411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525" y="250725"/>
            <a:ext cx="8333551" cy="471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4"/>
          <p:cNvPicPr preferRelativeResize="0"/>
          <p:nvPr/>
        </p:nvPicPr>
        <p:blipFill rotWithShape="1">
          <a:blip r:embed="rId4">
            <a:alphaModFix/>
          </a:blip>
          <a:srcRect b="0" l="0" r="0" t="12088"/>
          <a:stretch/>
        </p:blipFill>
        <p:spPr>
          <a:xfrm>
            <a:off x="4648500" y="4763225"/>
            <a:ext cx="5737850" cy="264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1305" y="1612512"/>
            <a:ext cx="6489400" cy="433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/>
          <p:cNvPicPr preferRelativeResize="0"/>
          <p:nvPr/>
        </p:nvPicPr>
        <p:blipFill rotWithShape="1">
          <a:blip r:embed="rId3">
            <a:alphaModFix/>
          </a:blip>
          <a:srcRect b="39624" l="40393" r="1329" t="14351"/>
          <a:stretch/>
        </p:blipFill>
        <p:spPr>
          <a:xfrm>
            <a:off x="2020625" y="2289775"/>
            <a:ext cx="8023250" cy="298045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6"/>
          <p:cNvSpPr txBox="1"/>
          <p:nvPr/>
        </p:nvSpPr>
        <p:spPr>
          <a:xfrm>
            <a:off x="404125" y="551975"/>
            <a:ext cx="2838600" cy="12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85">
                <a:solidFill>
                  <a:schemeClr val="dk2"/>
                </a:solidFill>
              </a:rPr>
              <a:t>Music Photo Dashboard</a:t>
            </a:r>
            <a:endParaRPr sz="2285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912" y="1450300"/>
            <a:ext cx="10198175" cy="479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>
            <p:ph idx="1" type="body"/>
          </p:nvPr>
        </p:nvSpPr>
        <p:spPr>
          <a:xfrm>
            <a:off x="364468" y="1693927"/>
            <a:ext cx="9963000" cy="50214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523"/>
              </a:spcAft>
              <a:buNone/>
            </a:pPr>
            <a:r>
              <a:rPr lang="en-GB"/>
              <a:t>https://excalidraw.com/#json=BPXmI2_nXY5W1oLyvaFEt,85BHact7X0WdVxNC5jaGyw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