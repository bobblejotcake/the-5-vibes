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7560000" cx="106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747775"/>
          </p15:clr>
        </p15:guide>
        <p15:guide id="2" pos="3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14fac67e_0_0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14fac6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b14fac67e_0_12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b14fac67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14fac67e_0_24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b14fac67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b1510b2cd_0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b1510b2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1pPr>
            <a:lvl2pPr lvl="1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2pPr>
            <a:lvl3pPr lvl="2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3pPr>
            <a:lvl4pPr lvl="3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4pPr>
            <a:lvl5pPr lvl="4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5pPr>
            <a:lvl6pPr lvl="5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6pPr>
            <a:lvl7pPr lvl="6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7pPr>
            <a:lvl8pPr lvl="7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8pPr>
            <a:lvl9pPr lvl="8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1pPr>
            <a:lvl2pPr lvl="1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2pPr>
            <a:lvl3pPr lvl="2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3pPr>
            <a:lvl4pPr lvl="3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4pPr>
            <a:lvl5pPr lvl="4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5pPr>
            <a:lvl6pPr lvl="5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6pPr>
            <a:lvl7pPr lvl="6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7pPr>
            <a:lvl8pPr lvl="7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8pPr>
            <a:lvl9pPr lvl="8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1455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1455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1pPr>
            <a:lvl2pPr lvl="1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2pPr>
            <a:lvl3pPr lvl="2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3pPr>
            <a:lvl4pPr lvl="3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4pPr>
            <a:lvl5pPr lvl="4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5pPr>
            <a:lvl6pPr lvl="5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6pPr>
            <a:lvl7pPr lvl="6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7pPr>
            <a:lvl8pPr lvl="7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8pPr>
            <a:lvl9pPr lvl="8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25333" lvl="0" marL="4572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1pPr>
            <a:lvl2pPr lvl="1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2pPr>
            <a:lvl3pPr lvl="2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3pPr>
            <a:lvl4pPr lvl="3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4pPr>
            <a:lvl5pPr lvl="4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5pPr>
            <a:lvl6pPr lvl="5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6pPr>
            <a:lvl7pPr lvl="6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7pPr>
            <a:lvl8pPr lvl="7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8pPr>
            <a:lvl9pPr lvl="8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1pPr>
            <a:lvl2pPr lvl="1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2pPr>
            <a:lvl3pPr lvl="2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3pPr>
            <a:lvl4pPr lvl="3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4pPr>
            <a:lvl5pPr lvl="4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5pPr>
            <a:lvl6pPr lvl="5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6pPr>
            <a:lvl7pPr lvl="6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7pPr>
            <a:lvl8pPr lvl="7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8pPr>
            <a:lvl9pPr lvl="8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373700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  <a:defRPr sz="2285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1pPr>
            <a:lvl2pPr lvl="1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2pPr>
            <a:lvl3pPr lvl="2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3pPr>
            <a:lvl4pPr lvl="3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4pPr>
            <a:lvl5pPr lvl="4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5pPr>
            <a:lvl6pPr lvl="5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6pPr>
            <a:lvl7pPr lvl="6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7pPr>
            <a:lvl8pPr lvl="7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8pPr>
            <a:lvl9pPr lvl="8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 algn="ctr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5"/>
              <a:buChar char="●"/>
              <a:defRPr sz="2285">
                <a:solidFill>
                  <a:schemeClr val="dk2"/>
                </a:solidFill>
              </a:defRPr>
            </a:lvl1pPr>
            <a:lvl2pPr indent="-34145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2pPr>
            <a:lvl3pPr indent="-34145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3pPr>
            <a:lvl4pPr indent="-34145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4pPr>
            <a:lvl5pPr indent="-34145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5pPr>
            <a:lvl6pPr indent="-34145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6pPr>
            <a:lvl7pPr indent="-34145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7pPr>
            <a:lvl8pPr indent="-34145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8pPr>
            <a:lvl9pPr indent="-34145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r">
              <a:buNone/>
              <a:defRPr sz="1269">
                <a:solidFill>
                  <a:schemeClr val="dk2"/>
                </a:solidFill>
              </a:defRPr>
            </a:lvl1pPr>
            <a:lvl2pPr lvl="1" algn="r">
              <a:buNone/>
              <a:defRPr sz="1269">
                <a:solidFill>
                  <a:schemeClr val="dk2"/>
                </a:solidFill>
              </a:defRPr>
            </a:lvl2pPr>
            <a:lvl3pPr lvl="2" algn="r">
              <a:buNone/>
              <a:defRPr sz="1269">
                <a:solidFill>
                  <a:schemeClr val="dk2"/>
                </a:solidFill>
              </a:defRPr>
            </a:lvl3pPr>
            <a:lvl4pPr lvl="3" algn="r">
              <a:buNone/>
              <a:defRPr sz="1269">
                <a:solidFill>
                  <a:schemeClr val="dk2"/>
                </a:solidFill>
              </a:defRPr>
            </a:lvl4pPr>
            <a:lvl5pPr lvl="4" algn="r">
              <a:buNone/>
              <a:defRPr sz="1269">
                <a:solidFill>
                  <a:schemeClr val="dk2"/>
                </a:solidFill>
              </a:defRPr>
            </a:lvl5pPr>
            <a:lvl6pPr lvl="5" algn="r">
              <a:buNone/>
              <a:defRPr sz="1269">
                <a:solidFill>
                  <a:schemeClr val="dk2"/>
                </a:solidFill>
              </a:defRPr>
            </a:lvl6pPr>
            <a:lvl7pPr lvl="6" algn="r">
              <a:buNone/>
              <a:defRPr sz="1269">
                <a:solidFill>
                  <a:schemeClr val="dk2"/>
                </a:solidFill>
              </a:defRPr>
            </a:lvl7pPr>
            <a:lvl8pPr lvl="7" algn="r">
              <a:buNone/>
              <a:defRPr sz="1269">
                <a:solidFill>
                  <a:schemeClr val="dk2"/>
                </a:solidFill>
              </a:defRPr>
            </a:lvl8pPr>
            <a:lvl9pPr lvl="8" algn="r">
              <a:buNone/>
              <a:defRPr sz="1269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525" y="605025"/>
            <a:ext cx="9516949" cy="377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10834"/>
          <a:stretch/>
        </p:blipFill>
        <p:spPr>
          <a:xfrm>
            <a:off x="1299550" y="4623175"/>
            <a:ext cx="7826325" cy="229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5473" r="0" t="0"/>
          <a:stretch/>
        </p:blipFill>
        <p:spPr>
          <a:xfrm>
            <a:off x="734912" y="3076025"/>
            <a:ext cx="6223276" cy="43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8931" y="734512"/>
            <a:ext cx="5437384" cy="26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761917" y="3290184"/>
            <a:ext cx="4879200" cy="19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85">
                <a:solidFill>
                  <a:schemeClr val="dk2"/>
                </a:solidFill>
              </a:rPr>
              <a:t>Excalidraw link</a:t>
            </a:r>
            <a:endParaRPr sz="228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85">
                <a:solidFill>
                  <a:schemeClr val="dk2"/>
                </a:solidFill>
              </a:rPr>
              <a:t>https://excalidraw.com/#json=yRm-ePun_F0rPcbte6ISW,0mxkkzUltBUaBDYzDqlSGA</a:t>
            </a:r>
            <a:endParaRPr sz="228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119225" y="2630825"/>
            <a:ext cx="15882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5">
              <a:solidFill>
                <a:schemeClr val="dk2"/>
              </a:solidFill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12" y="1381325"/>
            <a:ext cx="10198175" cy="47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