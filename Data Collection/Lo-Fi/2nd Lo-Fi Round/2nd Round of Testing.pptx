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7560000" cx="106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747775"/>
          </p15:clr>
        </p15:guide>
        <p15:guide id="2" pos="3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a55abcd87_0_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a55abcd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55abcd87_0_5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a55abcd8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a55abcd87_0_14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a55abcd8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a55abcd87_0_20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a55abcd8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a55abcd87_0_27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a55abcd8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1pPr>
            <a:lvl2pPr lvl="1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2pPr>
            <a:lvl3pPr lvl="2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3pPr>
            <a:lvl4pPr lvl="3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4pPr>
            <a:lvl5pPr lvl="4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5pPr>
            <a:lvl6pPr lvl="5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6pPr>
            <a:lvl7pPr lvl="6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7pPr>
            <a:lvl8pPr lvl="7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8pPr>
            <a:lvl9pPr lvl="8" algn="ctr">
              <a:spcBef>
                <a:spcPts val="0"/>
              </a:spcBef>
              <a:spcAft>
                <a:spcPts val="0"/>
              </a:spcAft>
              <a:buSzPts val="6601"/>
              <a:buNone/>
              <a:defRPr sz="6601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1pPr>
            <a:lvl2pPr lvl="1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2pPr>
            <a:lvl3pPr lvl="2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3pPr>
            <a:lvl4pPr lvl="3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4pPr>
            <a:lvl5pPr lvl="4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5pPr>
            <a:lvl6pPr lvl="5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6pPr>
            <a:lvl7pPr lvl="6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7pPr>
            <a:lvl8pPr lvl="7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8pPr>
            <a:lvl9pPr lvl="8" algn="ctr">
              <a:spcBef>
                <a:spcPts val="0"/>
              </a:spcBef>
              <a:spcAft>
                <a:spcPts val="0"/>
              </a:spcAft>
              <a:buSzPts val="4570"/>
              <a:buNone/>
              <a:defRPr sz="457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3700" lvl="0" marL="457200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5" lvl="1" marL="9144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5" lvl="2" marL="13716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5" lvl="3" marL="18288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5" lvl="4" marL="22860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5" lvl="5" marL="27432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5" lvl="6" marL="32004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6" lvl="7" marL="36576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6" lvl="8" marL="41148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1455" lvl="0" marL="4572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1pPr>
            <a:lvl2pPr indent="-325333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3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3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3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3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3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3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3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41455" lvl="0" marL="4572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1pPr>
            <a:lvl2pPr indent="-325333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3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3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3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3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3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3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3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1pPr>
            <a:lvl2pPr lvl="1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2pPr>
            <a:lvl3pPr lvl="2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3pPr>
            <a:lvl4pPr lvl="3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4pPr>
            <a:lvl5pPr lvl="4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5pPr>
            <a:lvl6pPr lvl="5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6pPr>
            <a:lvl7pPr lvl="6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7pPr>
            <a:lvl8pPr lvl="7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8pPr>
            <a:lvl9pPr lvl="8">
              <a:spcBef>
                <a:spcPts val="0"/>
              </a:spcBef>
              <a:spcAft>
                <a:spcPts val="0"/>
              </a:spcAft>
              <a:buSzPts val="3555"/>
              <a:buNone/>
              <a:defRPr sz="3555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1pPr>
            <a:lvl2pPr lvl="1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2pPr>
            <a:lvl3pPr lvl="2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3pPr>
            <a:lvl4pPr lvl="3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4pPr>
            <a:lvl5pPr lvl="4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5pPr>
            <a:lvl6pPr lvl="5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6pPr>
            <a:lvl7pPr lvl="6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7pPr>
            <a:lvl8pPr lvl="7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8pPr>
            <a:lvl9pPr lvl="8">
              <a:spcBef>
                <a:spcPts val="0"/>
              </a:spcBef>
              <a:spcAft>
                <a:spcPts val="0"/>
              </a:spcAft>
              <a:buSzPts val="3047"/>
              <a:buNone/>
              <a:defRPr sz="3047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25333" lvl="0" marL="4572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1pPr>
            <a:lvl2pPr indent="-325333" lvl="1" marL="9144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2pPr>
            <a:lvl3pPr indent="-325333" lvl="2" marL="13716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3pPr>
            <a:lvl4pPr indent="-325333" lvl="3" marL="18288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4pPr>
            <a:lvl5pPr indent="-325333" lvl="4" marL="22860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5pPr>
            <a:lvl6pPr indent="-325333" lvl="5" marL="27432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6pPr>
            <a:lvl7pPr indent="-325333" lvl="6" marL="3200400">
              <a:spcBef>
                <a:spcPts val="0"/>
              </a:spcBef>
              <a:spcAft>
                <a:spcPts val="0"/>
              </a:spcAft>
              <a:buSzPts val="1523"/>
              <a:buChar char="●"/>
              <a:defRPr sz="1523"/>
            </a:lvl7pPr>
            <a:lvl8pPr indent="-325333" lvl="7" marL="3657600">
              <a:spcBef>
                <a:spcPts val="0"/>
              </a:spcBef>
              <a:spcAft>
                <a:spcPts val="0"/>
              </a:spcAft>
              <a:buSzPts val="1523"/>
              <a:buChar char="○"/>
              <a:defRPr sz="1523"/>
            </a:lvl8pPr>
            <a:lvl9pPr indent="-325333" lvl="8" marL="4114800">
              <a:spcBef>
                <a:spcPts val="0"/>
              </a:spcBef>
              <a:spcAft>
                <a:spcPts val="0"/>
              </a:spcAft>
              <a:buSzPts val="1523"/>
              <a:buChar char="■"/>
              <a:defRPr sz="1523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1pPr>
            <a:lvl2pPr lvl="1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2pPr>
            <a:lvl3pPr lvl="2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3pPr>
            <a:lvl4pPr lvl="3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4pPr>
            <a:lvl5pPr lvl="4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5pPr>
            <a:lvl6pPr lvl="5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6pPr>
            <a:lvl7pPr lvl="6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7pPr>
            <a:lvl8pPr lvl="7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8pPr>
            <a:lvl9pPr lvl="8">
              <a:spcBef>
                <a:spcPts val="0"/>
              </a:spcBef>
              <a:spcAft>
                <a:spcPts val="0"/>
              </a:spcAft>
              <a:buSzPts val="6093"/>
              <a:buNone/>
              <a:defRPr sz="6093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1pPr>
            <a:lvl2pPr lvl="1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2pPr>
            <a:lvl3pPr lvl="2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3pPr>
            <a:lvl4pPr lvl="3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4pPr>
            <a:lvl5pPr lvl="4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5pPr>
            <a:lvl6pPr lvl="5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6pPr>
            <a:lvl7pPr lvl="6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7pPr>
            <a:lvl8pPr lvl="7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8pPr>
            <a:lvl9pPr lvl="8" algn="ctr">
              <a:spcBef>
                <a:spcPts val="0"/>
              </a:spcBef>
              <a:spcAft>
                <a:spcPts val="0"/>
              </a:spcAft>
              <a:buSzPts val="5332"/>
              <a:buNone/>
              <a:defRPr sz="5332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6"/>
              <a:buNone/>
              <a:defRPr sz="2666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373700" lvl="0" marL="457200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5" lvl="1" marL="9144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5" lvl="2" marL="13716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5" lvl="3" marL="18288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5" lvl="4" marL="22860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5" lvl="5" marL="27432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5" lvl="6" marL="3200400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6" lvl="7" marL="3657600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6" lvl="8" marL="4114800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  <a:defRPr sz="2285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1pPr>
            <a:lvl2pPr lvl="1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2pPr>
            <a:lvl3pPr lvl="2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3pPr>
            <a:lvl4pPr lvl="3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4pPr>
            <a:lvl5pPr lvl="4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5pPr>
            <a:lvl6pPr lvl="5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6pPr>
            <a:lvl7pPr lvl="6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7pPr>
            <a:lvl8pPr lvl="7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8pPr>
            <a:lvl9pPr lvl="8" algn="ctr">
              <a:spcBef>
                <a:spcPts val="0"/>
              </a:spcBef>
              <a:spcAft>
                <a:spcPts val="0"/>
              </a:spcAft>
              <a:buSzPts val="15234"/>
              <a:buNone/>
              <a:defRPr sz="15234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3700" lvl="0" marL="457200" algn="ctr">
              <a:spcBef>
                <a:spcPts val="0"/>
              </a:spcBef>
              <a:spcAft>
                <a:spcPts val="0"/>
              </a:spcAft>
              <a:buSzPts val="2285"/>
              <a:buChar char="●"/>
              <a:defRPr sz="2285"/>
            </a:lvl1pPr>
            <a:lvl2pPr indent="-341455" lvl="1" marL="9144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2pPr>
            <a:lvl3pPr indent="-341455" lvl="2" marL="13716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3pPr>
            <a:lvl4pPr indent="-341455" lvl="3" marL="1828800" algn="ctr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4pPr>
            <a:lvl5pPr indent="-341455" lvl="4" marL="22860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5pPr>
            <a:lvl6pPr indent="-341455" lvl="5" marL="27432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6pPr>
            <a:lvl7pPr indent="-341455" lvl="6" marL="3200400" algn="ctr">
              <a:spcBef>
                <a:spcPts val="0"/>
              </a:spcBef>
              <a:spcAft>
                <a:spcPts val="0"/>
              </a:spcAft>
              <a:buSzPts val="1777"/>
              <a:buChar char="●"/>
              <a:defRPr sz="1777"/>
            </a:lvl7pPr>
            <a:lvl8pPr indent="-341456" lvl="7" marL="3657600" algn="ctr">
              <a:spcBef>
                <a:spcPts val="0"/>
              </a:spcBef>
              <a:spcAft>
                <a:spcPts val="0"/>
              </a:spcAft>
              <a:buSzPts val="1777"/>
              <a:buChar char="○"/>
              <a:defRPr sz="1777"/>
            </a:lvl8pPr>
            <a:lvl9pPr indent="-341456" lvl="8" marL="4114800" algn="ctr">
              <a:spcBef>
                <a:spcPts val="0"/>
              </a:spcBef>
              <a:spcAft>
                <a:spcPts val="0"/>
              </a:spcAft>
              <a:buSzPts val="1777"/>
              <a:buChar char="■"/>
              <a:defRPr sz="177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>
              <a:buNone/>
              <a:defRPr sz="1269"/>
            </a:lvl1pPr>
            <a:lvl2pPr lvl="1">
              <a:buNone/>
              <a:defRPr sz="1269"/>
            </a:lvl2pPr>
            <a:lvl3pPr lvl="2">
              <a:buNone/>
              <a:defRPr sz="1269"/>
            </a:lvl3pPr>
            <a:lvl4pPr lvl="3">
              <a:buNone/>
              <a:defRPr sz="1269"/>
            </a:lvl4pPr>
            <a:lvl5pPr lvl="4">
              <a:buNone/>
              <a:defRPr sz="1269"/>
            </a:lvl5pPr>
            <a:lvl6pPr lvl="5">
              <a:buNone/>
              <a:defRPr sz="1269"/>
            </a:lvl6pPr>
            <a:lvl7pPr lvl="6">
              <a:buNone/>
              <a:defRPr sz="1269"/>
            </a:lvl7pPr>
            <a:lvl8pPr lvl="7">
              <a:buNone/>
              <a:defRPr sz="1269"/>
            </a:lvl8pPr>
            <a:lvl9pPr lvl="8">
              <a:buNone/>
              <a:defRPr sz="126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5"/>
              <a:buNone/>
              <a:defRPr sz="3555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rmAutofit/>
          </a:bodyPr>
          <a:lstStyle>
            <a:lvl1pPr indent="-3737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85"/>
              <a:buChar char="●"/>
              <a:defRPr sz="2285">
                <a:solidFill>
                  <a:schemeClr val="dk2"/>
                </a:solidFill>
              </a:defRPr>
            </a:lvl1pPr>
            <a:lvl2pPr indent="-34145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2pPr>
            <a:lvl3pPr indent="-34145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3pPr>
            <a:lvl4pPr indent="-34145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●"/>
              <a:defRPr sz="1777">
                <a:solidFill>
                  <a:schemeClr val="dk2"/>
                </a:solidFill>
              </a:defRPr>
            </a:lvl4pPr>
            <a:lvl5pPr indent="-34145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5pPr>
            <a:lvl6pPr indent="-34145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6pPr>
            <a:lvl7pPr indent="-34145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●"/>
              <a:defRPr sz="1777">
                <a:solidFill>
                  <a:schemeClr val="dk2"/>
                </a:solidFill>
              </a:defRPr>
            </a:lvl7pPr>
            <a:lvl8pPr indent="-341456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○"/>
              <a:defRPr sz="1777">
                <a:solidFill>
                  <a:schemeClr val="dk2"/>
                </a:solidFill>
              </a:defRPr>
            </a:lvl8pPr>
            <a:lvl9pPr indent="-341456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77"/>
              <a:buChar char="■"/>
              <a:defRPr sz="177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rmAutofit/>
          </a:bodyPr>
          <a:lstStyle>
            <a:lvl1pPr lvl="0" algn="r">
              <a:buNone/>
              <a:defRPr sz="1269">
                <a:solidFill>
                  <a:schemeClr val="dk2"/>
                </a:solidFill>
              </a:defRPr>
            </a:lvl1pPr>
            <a:lvl2pPr lvl="1" algn="r">
              <a:buNone/>
              <a:defRPr sz="1269">
                <a:solidFill>
                  <a:schemeClr val="dk2"/>
                </a:solidFill>
              </a:defRPr>
            </a:lvl2pPr>
            <a:lvl3pPr lvl="2" algn="r">
              <a:buNone/>
              <a:defRPr sz="1269">
                <a:solidFill>
                  <a:schemeClr val="dk2"/>
                </a:solidFill>
              </a:defRPr>
            </a:lvl3pPr>
            <a:lvl4pPr lvl="3" algn="r">
              <a:buNone/>
              <a:defRPr sz="1269">
                <a:solidFill>
                  <a:schemeClr val="dk2"/>
                </a:solidFill>
              </a:defRPr>
            </a:lvl4pPr>
            <a:lvl5pPr lvl="4" algn="r">
              <a:buNone/>
              <a:defRPr sz="1269">
                <a:solidFill>
                  <a:schemeClr val="dk2"/>
                </a:solidFill>
              </a:defRPr>
            </a:lvl5pPr>
            <a:lvl6pPr lvl="5" algn="r">
              <a:buNone/>
              <a:defRPr sz="1269">
                <a:solidFill>
                  <a:schemeClr val="dk2"/>
                </a:solidFill>
              </a:defRPr>
            </a:lvl6pPr>
            <a:lvl7pPr lvl="6" algn="r">
              <a:buNone/>
              <a:defRPr sz="1269">
                <a:solidFill>
                  <a:schemeClr val="dk2"/>
                </a:solidFill>
              </a:defRPr>
            </a:lvl7pPr>
            <a:lvl8pPr lvl="7" algn="r">
              <a:buNone/>
              <a:defRPr sz="1269">
                <a:solidFill>
                  <a:schemeClr val="dk2"/>
                </a:solidFill>
              </a:defRPr>
            </a:lvl8pPr>
            <a:lvl9pPr lvl="8" algn="r">
              <a:buNone/>
              <a:defRPr sz="1269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150" y="1312350"/>
            <a:ext cx="8915675" cy="411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525" y="250725"/>
            <a:ext cx="8333551" cy="47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12088"/>
          <a:stretch/>
        </p:blipFill>
        <p:spPr>
          <a:xfrm>
            <a:off x="4648500" y="4763225"/>
            <a:ext cx="5737850" cy="264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305" y="1612512"/>
            <a:ext cx="6489400" cy="433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 rotWithShape="1">
          <a:blip r:embed="rId3">
            <a:alphaModFix/>
          </a:blip>
          <a:srcRect b="39624" l="40393" r="1329" t="14351"/>
          <a:stretch/>
        </p:blipFill>
        <p:spPr>
          <a:xfrm>
            <a:off x="2020625" y="2289775"/>
            <a:ext cx="8023250" cy="29804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/>
        </p:nvSpPr>
        <p:spPr>
          <a:xfrm>
            <a:off x="404125" y="551975"/>
            <a:ext cx="28386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85">
                <a:solidFill>
                  <a:schemeClr val="dk2"/>
                </a:solidFill>
              </a:rPr>
              <a:t>Music Photo Dashboard</a:t>
            </a:r>
            <a:endParaRPr sz="2285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912" y="1450300"/>
            <a:ext cx="10198175" cy="47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523"/>
              </a:spcAft>
              <a:buNone/>
            </a:pPr>
            <a:r>
              <a:rPr lang="en-GB"/>
              <a:t>https://excalidraw.com/#json=BPXmI2_nXY5W1oLyvaFEt,85BHact7X0WdVxNC5jaGyw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